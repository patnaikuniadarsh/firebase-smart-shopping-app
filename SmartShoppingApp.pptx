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Shopping App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Firebase-Based Smart Shopping Platform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Dynamic Cart Management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1828800" cy="5486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 |  2025–2026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Ch. Teja  •  A. Maneesh Chowdary  •  P. Adarsh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ANITS, Dept. of Computer Science &amp;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Smart Shopping App?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e-commerce app built with Java and Firebase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slow load times, complex navigation &amp; lack of real-time updates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full shopping lifecycle: browse → cart → checkout → order history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Cloud-synchronized with live inventory &amp; persistent cart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Material Design principles for an intuitive Android UI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existing e-commerce platforms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371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Updates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listings don't reflect live price/stock changes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" cy="1371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Cart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691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cart entries with no visual confirmation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73152" cy="1371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07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History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3246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not linked to users — no personal history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43200"/>
            <a:ext cx="73152" cy="13716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907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Checkout Validation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3246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validation leads to bad data or user frustration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aims to achieve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functional Android e-commerce app using Java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via Firebase Authentication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product catalog loaded from Firebase Realtime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using TextWatcher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CartManager with Singleton Pattern — no duplicates, live quantity updates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checkout: phone &amp; address required, name defaults to 'Guest'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Order History filtered by logged-in user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UI with Material Blue &amp; Green themes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Client-Server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02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25296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XML + Java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interactions, cart logic,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&amp; navigation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2651760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188720"/>
            <a:ext cx="2560320" cy="5029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25296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SDK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token management,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real-time sync,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2651760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18872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188720"/>
            <a:ext cx="2560320" cy="5029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25296"/>
            <a:ext cx="2377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tree database,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Orders nodes,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propagation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app stand 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Firebase Auth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email/password login with session ID capture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Product Grid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645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with GridLayout, emoji icons, dual-load strategy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Real-Time 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TextWatcher filters products instantly as user types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Smart CartManager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971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pattern — prevents duplicates, live qty update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931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Visual Feedback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button turns green with 'ADDED' label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8404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931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Order History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4297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filtering shows only current user's orders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 — JSON Schema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Node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"prod_001"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"Wireless Headphones"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"Electronics"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1299.00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imageEmoji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"🎧"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Node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"-NxK2...abc"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"user@email.com"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"9876543210"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"123 Main St"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totalAmount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3597.00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"2026-04-01"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screen-to-screen user journey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828800"/>
            <a:ext cx="1325880" cy="1188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8745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2377440"/>
            <a:ext cx="164592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1828800"/>
            <a:ext cx="1325880" cy="1188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8745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44952" y="2377440"/>
            <a:ext cx="164592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9544" y="1828800"/>
            <a:ext cx="13258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18745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ProductHome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35424" y="2377440"/>
            <a:ext cx="164592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1828800"/>
            <a:ext cx="1325880" cy="1188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8745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25896" y="2377440"/>
            <a:ext cx="164592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1828800"/>
            <a:ext cx="1325880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8745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16368" y="2377440"/>
            <a:ext cx="164592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1828800"/>
            <a:ext cx="1325880" cy="11887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87452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OrderHistory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SignupActivity (optional branch from Login)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Activity = one screen, data passed between screens via Intent extras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(cart, logged-in email) maintained by CartManager singleton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 specifications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463040"/>
            <a:ext cx="2103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5087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87452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1920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or macOS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19202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286000"/>
            <a:ext cx="21031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2331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Iguana/Jellyfish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69748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43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27432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(JDK 17)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19202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3108960"/>
            <a:ext cx="21031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77440" y="31546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352044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661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35661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931920"/>
            <a:ext cx="192024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0" y="3931920"/>
            <a:ext cx="21031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77440" y="39776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(Kotlin DSL)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1463040"/>
            <a:ext cx="192024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1463040"/>
            <a:ext cx="210312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5087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15087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1874520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87452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66560" y="192024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i3+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2286000"/>
            <a:ext cx="192024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2286000"/>
            <a:ext cx="210312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66560" y="2331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(16 GB recommended)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54880" y="2697480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269748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27432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66560" y="27432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GB free disk space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754880" y="3108960"/>
            <a:ext cx="192024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75120" y="3108960"/>
            <a:ext cx="210312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Device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66560" y="31546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API 24+ (Android 7.0)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645920" cy="5486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Firebase backend eliminates stale data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CartManager ensures smooth, duplicate-free shopping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checkout protects data integrity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order history improves user experience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— easy to add new features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Java + Firebase — no external servers needed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ANITS  •  Dept. of CSE  • 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Shopping App</dc:title>
  <dc:subject>PptxGenJS Presentation</dc:subject>
  <dc:creator>PptxGenJS</dc:creator>
  <cp:lastModifiedBy>PptxGenJS</cp:lastModifiedBy>
  <cp:revision>1</cp:revision>
  <dcterms:created xsi:type="dcterms:W3CDTF">2026-04-01T15:20:26Z</dcterms:created>
  <dcterms:modified xsi:type="dcterms:W3CDTF">2026-04-01T15:20:26Z</dcterms:modified>
</cp:coreProperties>
</file>